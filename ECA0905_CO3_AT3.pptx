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8FC"/>
                </a:solidFill>
                <a:latin typeface="Aptos Display"/>
              </a:defRPr>
            </a:pPr>
            <a:r>
              <a:t>LIMIT-CYCLE BEHAVIOR</a:t>
            </a:r>
          </a:p>
          <a:p>
            <a:pPr>
              <a:defRPr sz="2800">
                <a:solidFill>
                  <a:srgbClr val="35D3FF"/>
                </a:solidFill>
                <a:latin typeface="Aptos Display"/>
              </a:defRPr>
            </a:pPr>
            <a:r>
              <a:t>in an 8-bit Fixed-Point IIR Filter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200400"/>
            <a:ext cx="3383280" cy="146304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3200400"/>
            <a:ext cx="64008" cy="1463040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33375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D3FF"/>
                </a:solidFill>
                <a:latin typeface="Aptos Display"/>
              </a:defRPr>
            </a:pPr>
            <a:r>
              <a:t>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794760"/>
            <a:ext cx="20777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Digital Signal Processing</a:t>
            </a:r>
            <a:br>
              <a:rPr/>
            </a:br>
            <a:r>
              <a:t>ECA09</a:t>
            </a:r>
            <a:r>
              <a:rPr lang="en-US"/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3200400"/>
            <a:ext cx="3383280" cy="146304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07408" y="3200400"/>
            <a:ext cx="64008" cy="146304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33375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  <a:latin typeface="Aptos Display"/>
              </a:defRPr>
            </a:pPr>
            <a:r>
              <a:t>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379476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CO3 – AT3</a:t>
            </a:r>
            <a:br/>
            <a:r>
              <a:t>Error Analysis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00400"/>
            <a:ext cx="3383280" cy="146304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3200400"/>
            <a:ext cx="64008" cy="1463040"/>
          </a:xfrm>
          <a:prstGeom prst="rect">
            <a:avLst/>
          </a:prstGeom>
          <a:solidFill>
            <a:srgbClr val="48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33375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8DC97"/>
                </a:solidFill>
                <a:latin typeface="Aptos Display"/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79476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Question 38</a:t>
            </a:r>
            <a:br/>
            <a:r>
              <a:t>10 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12080"/>
            <a:ext cx="343100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9B8CC"/>
                </a:solidFill>
                <a:latin typeface="Aptos"/>
              </a:defRPr>
            </a:pPr>
            <a:r>
              <a:rPr sz="2400" dirty="0"/>
              <a:t>Name</a:t>
            </a:r>
            <a:r>
              <a:rPr lang="en-US" sz="2400" dirty="0"/>
              <a:t>: K YOGESWARAN </a:t>
            </a:r>
          </a:p>
          <a:p>
            <a:pPr>
              <a:defRPr sz="1700">
                <a:solidFill>
                  <a:srgbClr val="A9B8CC"/>
                </a:solidFill>
                <a:latin typeface="Aptos"/>
              </a:defRPr>
            </a:pPr>
            <a:r>
              <a:rPr sz="2400" dirty="0"/>
              <a:t>Register No.: </a:t>
            </a:r>
            <a:r>
              <a:rPr lang="en-US" sz="2400" dirty="0"/>
              <a:t>192412615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CC"/>
                </a:solidFill>
                <a:latin typeface="Aptos"/>
              </a:defRPr>
            </a:pPr>
            <a:r>
              <a:t>What is happening in the DSP system?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383280" cy="150876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1508760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D3FF"/>
                </a:solidFill>
                <a:latin typeface="Aptos Display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48840"/>
            <a:ext cx="30175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Eventually,</a:t>
            </a:r>
            <a:br/>
            <a:r>
              <a:t>x[n]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554480"/>
            <a:ext cx="3383280" cy="150876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554480"/>
            <a:ext cx="64008" cy="150876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  <a:latin typeface="Aptos Display"/>
              </a:defRPr>
            </a:pPr>
            <a: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48840"/>
            <a:ext cx="30175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8-bit fixed-point</a:t>
            </a:r>
            <a:br/>
            <a:r>
              <a:t>IIR 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383280" cy="150876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64008" cy="1508760"/>
          </a:xfrm>
          <a:prstGeom prst="rect">
            <a:avLst/>
          </a:prstGeom>
          <a:solidFill>
            <a:srgbClr val="FF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363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48840"/>
            <a:ext cx="30175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y[n] = 0.0156</a:t>
            </a:r>
            <a:br/>
            <a:r>
              <a:t>still remains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94760"/>
            <a:ext cx="9601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35D3FF"/>
                </a:solidFill>
                <a:latin typeface="Cambria"/>
              </a:defRPr>
            </a:pPr>
            <a:r>
              <a:t>x[n] = 0   but   y[n] = 0.0156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Determine whether the cause is limit-cycle behavior, overflow, or an implementation error.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Justify the diagnosis using finite-word-length DSP concepts.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Error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CC"/>
                </a:solidFill>
                <a:latin typeface="Aptos"/>
              </a:defRPr>
            </a:pPr>
            <a:r>
              <a:t>The strongest diagnosis from the given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192024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4008" cy="1920240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91639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D3FF"/>
                </a:solidFill>
                <a:latin typeface="Aptos Display"/>
              </a:defRPr>
            </a:pPr>
            <a:r>
              <a:t>MOST LIKELY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48840"/>
            <a:ext cx="49194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Zero-input limit-cycle behavior caused by finite-word-length effects.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12080" cy="192024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64008" cy="1920240"/>
          </a:xfrm>
          <a:prstGeom prst="rect">
            <a:avLst/>
          </a:prstGeom>
          <a:solidFill>
            <a:srgbClr val="48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691639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8DC97"/>
                </a:solidFill>
                <a:latin typeface="Aptos Display"/>
              </a:defRPr>
            </a:pPr>
            <a:r>
              <a:t>WHY?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6" y="2148840"/>
            <a:ext cx="47823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A small non-zero output persists even after the input becomes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49377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5F8FC"/>
                </a:solidFill>
                <a:latin typeface="Cambria"/>
              </a:defRPr>
            </a:pPr>
            <a:r>
              <a:t>Ideal:  x[n]=0  →  y[n] →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977639"/>
            <a:ext cx="53035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6363"/>
                </a:solidFill>
                <a:latin typeface="Cambria"/>
              </a:defRPr>
            </a:pPr>
            <a:r>
              <a:t>Observed:  x[n]=0  →  y[n]=0.0156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The persistent low-level output is consistent with finite-precision feedback in an IIR filter.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CC"/>
                </a:solidFill>
                <a:latin typeface="Aptos"/>
              </a:defRPr>
            </a:pPr>
            <a:r>
              <a:t>Feedback + finite precision creates the residual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371600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35D3FF"/>
                </a:solidFill>
                <a:latin typeface="Cambria"/>
              </a:defRPr>
            </a:pPr>
            <a:r>
              <a:t>y[n] = Σ bₖx[n−k] − Σ aₖy[n−k]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14600"/>
            <a:ext cx="1874519" cy="141732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514600"/>
            <a:ext cx="64008" cy="1417320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65176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D3FF"/>
                </a:solidFill>
                <a:latin typeface="Aptos Display"/>
              </a:defRPr>
            </a:pPr>
            <a:r>
              <a:t>Zero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08960"/>
            <a:ext cx="1508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x[n]=0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514600"/>
            <a:ext cx="1874519" cy="141732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39" y="2514600"/>
            <a:ext cx="64008" cy="141732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265176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  <a:latin typeface="Aptos Display"/>
              </a:defRPr>
            </a:pPr>
            <a:r>
              <a:t>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7" y="3108960"/>
            <a:ext cx="1673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Previous y[n] remains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2514600"/>
            <a:ext cx="1874519" cy="141732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66359" y="2514600"/>
            <a:ext cx="64008" cy="1417320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67527" y="265176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D3FF"/>
                </a:solidFill>
                <a:latin typeface="Aptos Display"/>
              </a:defRPr>
            </a:pPr>
            <a:r>
              <a:t>Quantization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7" y="3108960"/>
            <a:ext cx="1508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Finite word length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514600"/>
            <a:ext cx="1874519" cy="141732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2514600"/>
            <a:ext cx="64008" cy="1417320"/>
          </a:xfrm>
          <a:prstGeom prst="rect">
            <a:avLst/>
          </a:prstGeom>
          <a:solidFill>
            <a:srgbClr val="FF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8" y="265176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363"/>
                </a:solidFill>
                <a:latin typeface="Aptos Display"/>
              </a:defRPr>
            </a:pPr>
            <a:r>
              <a:t>Residual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3108960"/>
            <a:ext cx="1508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Small 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2514600"/>
            <a:ext cx="1874519" cy="141732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29800" y="2514600"/>
            <a:ext cx="64008" cy="1417320"/>
          </a:xfrm>
          <a:prstGeom prst="rect">
            <a:avLst/>
          </a:prstGeom>
          <a:solidFill>
            <a:srgbClr val="48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30968" y="265176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8DC97"/>
                </a:solidFill>
                <a:latin typeface="Aptos Display"/>
              </a:defRPr>
            </a:pPr>
            <a: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3108960"/>
            <a:ext cx="1508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Residual is fed 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480560"/>
            <a:ext cx="44805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FFAB40"/>
                </a:solidFill>
                <a:latin typeface="Cambria"/>
              </a:defRPr>
            </a:pPr>
            <a:r>
              <a:t>yq[n] = Q{y[n]}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66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The quantized residual can be regenerated by the IIR feedback path, producing a persistent non-zero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Why It Is NOT Overflow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CC"/>
                </a:solidFill>
                <a:latin typeface="Aptos"/>
              </a:defRPr>
            </a:pPr>
            <a:r>
              <a:t>The observed value does not indicate range exceeding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417320"/>
            <a:ext cx="521208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48DC97"/>
                </a:solidFill>
                <a:latin typeface="Cambria"/>
              </a:defRPr>
            </a:pPr>
            <a:r>
              <a:t>|y[n]| = 0.0156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3337560" cy="201168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4008" cy="2011680"/>
          </a:xfrm>
          <a:prstGeom prst="rect">
            <a:avLst/>
          </a:prstGeom>
          <a:solidFill>
            <a:srgbClr val="FF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65176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363"/>
                </a:solidFill>
                <a:latin typeface="Aptos Display"/>
              </a:defRPr>
            </a:pPr>
            <a:r>
              <a:t>OVERFLOW USUALLY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7" y="3108960"/>
            <a:ext cx="3049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Calculated value exceeds the representable numerical range.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337560" cy="201168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2514600"/>
            <a:ext cx="64008" cy="201168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265176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  <a:latin typeface="Aptos Display"/>
              </a:defRPr>
            </a:pPr>
            <a:r>
              <a:t>POSSIBLE EFFECTS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108960"/>
            <a:ext cx="2971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Wrap-around</a:t>
            </a:r>
            <a:br>
              <a:rPr dirty="0"/>
            </a:br>
            <a:r>
              <a:rPr dirty="0"/>
              <a:t>Sign reversal</a:t>
            </a:r>
            <a:br>
              <a:rPr dirty="0"/>
            </a:br>
            <a:r>
              <a:rPr dirty="0"/>
              <a:t>Saturation</a:t>
            </a:r>
            <a:br>
              <a:rPr dirty="0"/>
            </a:br>
            <a:r>
              <a:rPr dirty="0"/>
              <a:t>Large numerical errors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514600"/>
            <a:ext cx="3337560" cy="201168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514600"/>
            <a:ext cx="64008" cy="2011680"/>
          </a:xfrm>
          <a:prstGeom prst="rect">
            <a:avLst/>
          </a:prstGeom>
          <a:solidFill>
            <a:srgbClr val="48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265176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8DC97"/>
                </a:solidFill>
                <a:latin typeface="Aptos Display"/>
              </a:defRPr>
            </a:pPr>
            <a:r>
              <a:t>THIS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08959"/>
            <a:ext cx="30571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0.0156 is a very small value.</a:t>
            </a:r>
            <a:br>
              <a:rPr dirty="0"/>
            </a:br>
            <a:r>
              <a:rPr dirty="0"/>
              <a:t>No range-exceeding behavior is described.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074920"/>
            <a:ext cx="72237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5F8FC"/>
                </a:solidFill>
                <a:latin typeface="Cambria"/>
              </a:defRPr>
            </a:pPr>
            <a:r>
              <a:t>Conclusion:  Overflow is unlikely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Why It Is NOT Primarily an Implementation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CC"/>
                </a:solidFill>
                <a:latin typeface="Aptos"/>
              </a:defRPr>
            </a:pPr>
            <a:r>
              <a:t>What would an implementation error look like?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Incorrect feedback coefficients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Incorrect sign in the difference equation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Incorrect scaling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Incorrect memory/register update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Incorrect quantization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846320" cy="283464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64008" cy="2834640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1645919"/>
            <a:ext cx="4480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D3FF"/>
                </a:solidFill>
                <a:latin typeface="Aptos Display"/>
              </a:defRPr>
            </a:pPr>
            <a:r>
              <a:t>GIVEN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103119"/>
            <a:ext cx="45079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8-bit fixed-point + IIR feedback + zero input + persistent small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4663440"/>
            <a:ext cx="45720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A9B8CC"/>
                </a:solidFill>
                <a:latin typeface="Cambria"/>
              </a:defRPr>
            </a:pPr>
            <a:r>
              <a:t>Most justified diagnosis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5166360"/>
            <a:ext cx="4937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8DC97"/>
                </a:solidFill>
                <a:latin typeface="Cambria"/>
              </a:defRPr>
            </a:pPr>
            <a:r>
              <a:t>Finite-word-length limit-cycle behavior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Correction &amp;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CC"/>
                </a:solidFill>
                <a:latin typeface="Aptos"/>
              </a:defRPr>
            </a:pPr>
            <a:r>
              <a:t>How to reduce the finite-word-length effect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123444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234440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5448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D3FF"/>
                </a:solidFill>
                <a:latin typeface="Aptos Display"/>
              </a:defRPr>
            </a:pPr>
            <a:r>
              <a:t>1  Increase Word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Use 16-, 24-, or 32-bit precision.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74920" cy="123444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64008" cy="123444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55448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  <a:latin typeface="Aptos Display"/>
              </a:defRPr>
            </a:pPr>
            <a:r>
              <a:t>2  Proper Quantization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11680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Prefer appropriate rounding over simple truncation.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5074920" cy="123444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926080"/>
            <a:ext cx="64008" cy="1234440"/>
          </a:xfrm>
          <a:prstGeom prst="rect">
            <a:avLst/>
          </a:prstGeom>
          <a:solidFill>
            <a:srgbClr val="48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06324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8DC97"/>
                </a:solidFill>
                <a:latin typeface="Aptos Display"/>
              </a:defRPr>
            </a:pPr>
            <a:r>
              <a:t>3  Proper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9" y="3520440"/>
            <a:ext cx="4873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Scale signals and coefficients to preserve resolution and avoid overflow.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074920" cy="123444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64008" cy="1234440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06324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D3FF"/>
                </a:solidFill>
                <a:latin typeface="Aptos Display"/>
              </a:defRPr>
            </a:pPr>
            <a:r>
              <a:t>4  Higher Feedback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520440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Keep extra internal precision in the sensitive feedback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4434840"/>
            <a:ext cx="5166360" cy="123444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20440" y="4434840"/>
            <a:ext cx="64008" cy="123444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21608" y="45720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  <a:latin typeface="Aptos Display"/>
              </a:defRPr>
            </a:pPr>
            <a:r>
              <a:t>5  Saturation Arithmetic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1608" y="5029200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Protect against wrap-around when actual overflow occurs.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897880"/>
            <a:ext cx="9052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8DC97"/>
                </a:solidFill>
                <a:latin typeface="Cambria"/>
              </a:defRPr>
            </a:pPr>
            <a:r>
              <a:t>Higher precision → lower quantization error → fewer limit cycles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Final Diagnosis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CC"/>
                </a:solidFill>
                <a:latin typeface="Aptos"/>
              </a:defRPr>
            </a:pPr>
            <a:r>
              <a:t>Answer to Question 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07040" cy="1417320"/>
          </a:xfrm>
          <a:prstGeom prst="roundRect">
            <a:avLst/>
          </a:prstGeom>
          <a:solidFill>
            <a:srgbClr val="141F32"/>
          </a:solidFill>
          <a:ln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1417320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5448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D3FF"/>
                </a:solidFill>
                <a:latin typeface="Aptos Display"/>
              </a:defRPr>
            </a:pPr>
            <a:r>
              <a:t>FINAL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Zero-input limit-cycle behavior due to finite-word-length effects in the 8-bit fixed-point IIR filter.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46120"/>
            <a:ext cx="4846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Cambria"/>
              </a:defRPr>
            </a:pPr>
            <a:r>
              <a:t>Ideal:  x[n]=0  →  y[n] →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246120"/>
            <a:ext cx="4846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6363"/>
                </a:solidFill>
                <a:latin typeface="Cambria"/>
              </a:defRPr>
            </a:pPr>
            <a:r>
              <a:t>Observed:  y[n]=0.0156 persists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Overflow is unlikely because the observed value is very small and no range-exceeding behavior is indicated.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No implementation error is indicated by the given information.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Increasing word length, proper rounding/scaling, and higher feedback precision can reduce the effect.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806440"/>
            <a:ext cx="9784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8DC97"/>
                </a:solidFill>
                <a:latin typeface="Cambria"/>
              </a:defRPr>
            </a:pPr>
            <a:r>
              <a:t>Therefore: Limit-cycle behavior is the most justified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35D3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5F8FC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4572000"/>
            <a:ext cx="4480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A9B8CC"/>
                </a:solidFill>
                <a:latin typeface="Cambria"/>
              </a:defRPr>
            </a:pPr>
            <a:r>
              <a:t>ECA09 • CO3-AT3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594</Words>
  <Application>Microsoft Office PowerPoint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yogeswaran krishnamoorthy</dc:creator>
  <cp:keywords/>
  <dc:description>generated using python-pptx</dc:description>
  <cp:lastModifiedBy>yogeswaran krishnamoorthy</cp:lastModifiedBy>
  <cp:revision>3</cp:revision>
  <dcterms:created xsi:type="dcterms:W3CDTF">2013-01-27T09:14:16Z</dcterms:created>
  <dcterms:modified xsi:type="dcterms:W3CDTF">2026-08-14T07:49:10Z</dcterms:modified>
  <cp:category/>
</cp:coreProperties>
</file>